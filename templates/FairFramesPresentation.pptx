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2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"/>
  </p:notesMasterIdLst>
  <p:handoutMasterIdLst>
    <p:handoutMasterId r:id="rId4"/>
  </p:handoutMaster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8799B23B-EC83-4686-B30A-512413B5E67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 autoAdjust="0"/>
  </p:normalViewPr>
  <p:slideViewPr>
    <p:cSldViewPr snapToGrid="0">
      <p:cViewPr>
        <p:scale>
          <a:sx n="100" d="100"/>
          <a:sy n="100" d="100"/>
        </p:scale>
        <p:origin x="-216" y="-538"/>
      </p:cViewPr>
      <p:guideLst/>
    </p:cSldViewPr>
  </p:slideViewPr>
  <p:outlineViewPr>
    <p:cViewPr>
      <p:scale>
        <a:sx n="33" d="100"/>
        <a:sy n="33" d="100"/>
      </p:scale>
      <p:origin x="0" y="-1166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ustomXml" Target="../customXml/item2.xml"/><Relationship Id="rId8" Type="http://schemas.openxmlformats.org/officeDocument/2006/relationships/customXml" Target="../customXml/item1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Relationship Id="rId3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0" Type="http://schemas.openxmlformats.org/officeDocument/2006/relationships/customXml" Target="../customXml/item3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4B9C3D-A6AA-4477-AC5E-4C46DDCA9DCD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DE28C3-D699-4CA0-B343-5111DC591998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938646-CEA8-41F9-BD9F-D1FA107D99CC}" type="datetimeFigureOut">
              <a:rPr lang="en-US" smtClean="0"/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B040C8-62D2-4EA7-B200-D3B8C06AAFD8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9683715" y="0"/>
            <a:ext cx="2497331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/>
          <p:cNvSpPr/>
          <p:nvPr userDrawn="1"/>
        </p:nvSpPr>
        <p:spPr>
          <a:xfrm>
            <a:off x="0" y="0"/>
            <a:ext cx="2527294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27301" y="1748633"/>
            <a:ext cx="7156415" cy="3360734"/>
          </a:xfrm>
        </p:spPr>
        <p:txBody>
          <a:bodyPr tIns="0" bIns="0" anchor="ctr">
            <a:no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5" name="Rectangle 4"/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1971692" y="254794"/>
            <a:ext cx="8248616" cy="6367462"/>
            <a:chOff x="1689101" y="254794"/>
            <a:chExt cx="8248616" cy="6367462"/>
          </a:xfrm>
        </p:grpSpPr>
        <p:cxnSp>
          <p:nvCxnSpPr>
            <p:cNvPr id="6" name="Straight Connector 5"/>
            <p:cNvCxnSpPr/>
            <p:nvPr userDrawn="1"/>
          </p:nvCxnSpPr>
          <p:spPr>
            <a:xfrm>
              <a:off x="1689101" y="254794"/>
              <a:ext cx="0" cy="2799556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 userDrawn="1"/>
          </p:nvCxnSpPr>
          <p:spPr>
            <a:xfrm>
              <a:off x="1689101" y="3822700"/>
              <a:ext cx="0" cy="2799556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 userDrawn="1"/>
          </p:nvCxnSpPr>
          <p:spPr>
            <a:xfrm>
              <a:off x="9937717" y="254794"/>
              <a:ext cx="0" cy="2799556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 userDrawn="1"/>
          </p:nvCxnSpPr>
          <p:spPr>
            <a:xfrm>
              <a:off x="9937717" y="3822700"/>
              <a:ext cx="0" cy="2799556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/>
          <p:cNvGrpSpPr/>
          <p:nvPr userDrawn="1"/>
        </p:nvGrpSpPr>
        <p:grpSpPr>
          <a:xfrm>
            <a:off x="1971690" y="1543050"/>
            <a:ext cx="8248611" cy="3771900"/>
            <a:chOff x="2517792" y="1651000"/>
            <a:chExt cx="7165925" cy="3771900"/>
          </a:xfrm>
        </p:grpSpPr>
        <p:cxnSp>
          <p:nvCxnSpPr>
            <p:cNvPr id="12" name="Straight Connector 11"/>
            <p:cNvCxnSpPr/>
            <p:nvPr userDrawn="1"/>
          </p:nvCxnSpPr>
          <p:spPr>
            <a:xfrm>
              <a:off x="2527301" y="1651000"/>
              <a:ext cx="7156416" cy="0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 userDrawn="1"/>
          </p:nvCxnSpPr>
          <p:spPr>
            <a:xfrm>
              <a:off x="2517792" y="5422900"/>
              <a:ext cx="7156416" cy="0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51031"/>
          <a:stretch>
            <a:fillRect/>
          </a:stretch>
        </p:blipFill>
        <p:spPr>
          <a:xfrm rot="16200000">
            <a:off x="7083880" y="1749876"/>
            <a:ext cx="6858000" cy="3358241"/>
          </a:xfrm>
          <a:prstGeom prst="rect">
            <a:avLst/>
          </a:prstGeom>
        </p:spPr>
      </p:pic>
      <p:pic>
        <p:nvPicPr>
          <p:cNvPr id="3" name="Graphic 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21667"/>
          <a:stretch>
            <a:fillRect/>
          </a:stretch>
        </p:blipFill>
        <p:spPr>
          <a:xfrm rot="5400000">
            <a:off x="-742950" y="742950"/>
            <a:ext cx="6858000" cy="53721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 rot="16200000">
            <a:off x="-1749423" y="2290758"/>
            <a:ext cx="6276974" cy="2276477"/>
          </a:xfrm>
          <a:effectLst/>
        </p:spPr>
        <p:txBody>
          <a:bodyPr tIns="0" bIns="0" anchor="ctr">
            <a:noAutofit/>
          </a:bodyPr>
          <a:lstStyle>
            <a:lvl1pPr algn="ctr">
              <a:defRPr sz="4000" b="0" cap="all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  <a:prstGeom prst="rect">
            <a:avLst/>
          </a:prstGeom>
          <a:noFill/>
          <a:effectLst/>
        </p:spPr>
        <p:txBody>
          <a:bodyPr lIns="0" rIns="0"/>
          <a:lstStyle>
            <a:lvl1pPr algn="ctr">
              <a:defRPr lang="en-US" sz="1800" b="1" kern="1200" cap="all" spc="150" baseline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A6979-0714-4377-B894-6BE4C2D6E202}" type="slidenum">
              <a:rPr lang="en-US" smtClean="0"/>
            </a:fld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5372100" y="892175"/>
            <a:ext cx="3461659" cy="5073650"/>
          </a:xfrm>
          <a:effectLst/>
        </p:spPr>
        <p:txBody>
          <a:bodyPr anchor="ctr">
            <a:normAutofit/>
          </a:bodyPr>
          <a:lstStyle>
            <a:lvl1pPr marL="0" indent="0" algn="ctr">
              <a:spcAft>
                <a:spcPts val="600"/>
              </a:spcAft>
              <a:buNone/>
              <a:defRPr sz="2400">
                <a:solidFill>
                  <a:schemeClr val="tx2"/>
                </a:solidFill>
              </a:defRPr>
            </a:lvl1pPr>
            <a:lvl2pPr marL="228600" indent="0" algn="ctr">
              <a:spcAft>
                <a:spcPts val="600"/>
              </a:spcAft>
              <a:buNone/>
              <a:defRPr sz="2000">
                <a:solidFill>
                  <a:schemeClr val="tx2"/>
                </a:solidFill>
              </a:defRPr>
            </a:lvl2pPr>
            <a:lvl3pPr marL="457200" indent="0" algn="ctr">
              <a:spcAft>
                <a:spcPts val="600"/>
              </a:spcAft>
              <a:buNone/>
              <a:defRPr sz="2000">
                <a:solidFill>
                  <a:schemeClr val="tx2"/>
                </a:solidFill>
              </a:defRPr>
            </a:lvl3pPr>
            <a:lvl4pPr marL="685800" indent="0" algn="ctr">
              <a:spcAft>
                <a:spcPts val="600"/>
              </a:spcAft>
              <a:buNone/>
              <a:defRPr sz="2000">
                <a:solidFill>
                  <a:schemeClr val="tx2"/>
                </a:solidFill>
              </a:defRPr>
            </a:lvl4pPr>
            <a:lvl5pPr marL="914400" indent="0" algn="ctr">
              <a:spcAft>
                <a:spcPts val="600"/>
              </a:spcAft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20" name="Rectangle 19"/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1" name="Straight Connector 20"/>
          <p:cNvCxnSpPr/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/>
          <p:cNvSpPr/>
          <p:nvPr userDrawn="1"/>
        </p:nvSpPr>
        <p:spPr>
          <a:xfrm>
            <a:off x="0" y="-29052"/>
            <a:ext cx="3634741" cy="6949440"/>
          </a:xfrm>
          <a:custGeom>
            <a:avLst/>
            <a:gdLst>
              <a:gd name="connsiteX0" fmla="*/ 160021 w 3634741"/>
              <a:gd name="connsiteY0" fmla="*/ 0 h 6949440"/>
              <a:gd name="connsiteX1" fmla="*/ 3634741 w 3634741"/>
              <a:gd name="connsiteY1" fmla="*/ 3474720 h 6949440"/>
              <a:gd name="connsiteX2" fmla="*/ 160021 w 3634741"/>
              <a:gd name="connsiteY2" fmla="*/ 6949440 h 6949440"/>
              <a:gd name="connsiteX3" fmla="*/ 0 w 3634741"/>
              <a:gd name="connsiteY3" fmla="*/ 6941360 h 6949440"/>
              <a:gd name="connsiteX4" fmla="*/ 0 w 3634741"/>
              <a:gd name="connsiteY4" fmla="*/ 8081 h 6949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4741" h="6949440">
                <a:moveTo>
                  <a:pt x="160021" y="0"/>
                </a:moveTo>
                <a:cubicBezTo>
                  <a:pt x="2079056" y="0"/>
                  <a:pt x="3634741" y="1555685"/>
                  <a:pt x="3634741" y="3474720"/>
                </a:cubicBezTo>
                <a:cubicBezTo>
                  <a:pt x="3634741" y="5393755"/>
                  <a:pt x="2079056" y="6949440"/>
                  <a:pt x="160021" y="6949440"/>
                </a:cubicBezTo>
                <a:lnTo>
                  <a:pt x="0" y="6941360"/>
                </a:lnTo>
                <a:lnTo>
                  <a:pt x="0" y="8081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 rot="16200000">
            <a:off x="-1749423" y="2290758"/>
            <a:ext cx="6276974" cy="2276477"/>
          </a:xfrm>
          <a:effectLst/>
        </p:spPr>
        <p:txBody>
          <a:bodyPr tIns="0" bIns="0" anchor="ctr">
            <a:noAutofit/>
          </a:bodyPr>
          <a:lstStyle>
            <a:lvl1pPr algn="ctr">
              <a:defRPr sz="4000" b="0" cap="all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  <a:prstGeom prst="rect">
            <a:avLst/>
          </a:prstGeom>
          <a:noFill/>
          <a:effectLst/>
        </p:spPr>
        <p:txBody>
          <a:bodyPr lIns="0" rIns="0"/>
          <a:lstStyle>
            <a:lvl1pPr algn="ctr">
              <a:defRPr lang="en-US" sz="1800" b="1" kern="1200" cap="all" spc="150" baseline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A6979-0714-4377-B894-6BE4C2D6E202}" type="slidenum">
              <a:rPr lang="en-US" smtClean="0"/>
            </a:fld>
            <a:endParaRPr lang="en-US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3765550" y="892175"/>
            <a:ext cx="7272020" cy="5073650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Rectangle 19"/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cxnSp>
        <p:nvCxnSpPr>
          <p:cNvPr id="21" name="Straight Connector 20"/>
          <p:cNvCxnSpPr/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>
          <a:xfrm>
            <a:off x="1" y="0"/>
            <a:ext cx="4405568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 rot="16200000">
            <a:off x="-1749423" y="2290758"/>
            <a:ext cx="6276974" cy="2276477"/>
          </a:xfrm>
          <a:effectLst/>
        </p:spPr>
        <p:txBody>
          <a:bodyPr tIns="0" bIns="0" anchor="ctr">
            <a:noAutofit/>
          </a:bodyPr>
          <a:lstStyle>
            <a:lvl1pPr algn="ctr">
              <a:defRPr sz="4000" b="0" cap="all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  <a:prstGeom prst="rect">
            <a:avLst/>
          </a:prstGeom>
          <a:noFill/>
          <a:effectLst/>
        </p:spPr>
        <p:txBody>
          <a:bodyPr lIns="0" rIns="0"/>
          <a:lstStyle>
            <a:lvl1pPr algn="ctr">
              <a:defRPr lang="en-US" sz="1800" b="1" kern="1200" cap="all" spc="150" baseline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A6979-0714-4377-B894-6BE4C2D6E202}" type="slidenum">
              <a:rPr lang="en-US" smtClean="0"/>
            </a:fld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2787015" y="760730"/>
            <a:ext cx="2432685" cy="5073650"/>
          </a:xfrm>
          <a:effectLst/>
        </p:spPr>
        <p:txBody>
          <a:bodyPr anchor="ctr">
            <a:normAutofit/>
          </a:bodyPr>
          <a:lstStyle>
            <a:lvl1pPr marL="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1pPr>
            <a:lvl2pPr marL="22860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2pPr>
            <a:lvl3pPr marL="45720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3pPr>
            <a:lvl4pPr marL="68580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4pPr>
            <a:lvl5pPr marL="91440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20" name="Rectangle 19"/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1" name="Straight Connector 20"/>
          <p:cNvCxnSpPr/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icture Placeholder 12"/>
          <p:cNvSpPr>
            <a:spLocks noGrp="1"/>
          </p:cNvSpPr>
          <p:nvPr>
            <p:ph type="pic" sz="quarter" idx="10"/>
          </p:nvPr>
        </p:nvSpPr>
        <p:spPr>
          <a:xfrm>
            <a:off x="5219546" y="1448060"/>
            <a:ext cx="6407298" cy="3700454"/>
          </a:xfrm>
        </p:spPr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noFill/>
          <a:ln w="31750" cap="sq">
            <a:noFill/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F9B8B6D2-5532-4B59-9C5A-AB106F128946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318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63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Custom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C2A85E2-5219-4B5F-9D52-D97CA94AAB32}">
  <ds:schemaRefs/>
</ds:datastoreItem>
</file>

<file path=customXml/itemProps2.xml><?xml version="1.0" encoding="utf-8"?>
<ds:datastoreItem xmlns:ds="http://schemas.openxmlformats.org/officeDocument/2006/customXml" ds:itemID="{F5C14155-A57F-48FA-B253-A79CB6269DDC}">
  <ds:schemaRefs/>
</ds:datastoreItem>
</file>

<file path=customXml/itemProps3.xml><?xml version="1.0" encoding="utf-8"?>
<ds:datastoreItem xmlns:ds="http://schemas.openxmlformats.org/officeDocument/2006/customXml" ds:itemID="{89316C43-4A17-4971-BB8F-F0F6B8CDF2E0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Widescreen</PresentationFormat>
  <Paragraphs>0</Paragraphs>
  <Slides>0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9" baseType="lpstr">
      <vt:lpstr>Arial</vt:lpstr>
      <vt:lpstr>宋体</vt:lpstr>
      <vt:lpstr>Wingdings</vt:lpstr>
      <vt:lpstr>Arial Unicode MS</vt:lpstr>
      <vt:lpstr>Gill Sans MT</vt:lpstr>
      <vt:lpstr>华文中宋</vt:lpstr>
      <vt:lpstr>Wingdings</vt:lpstr>
      <vt:lpstr>微软雅黑</vt:lpstr>
      <vt:lpstr>Custom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Public speaking solutions</dc:title>
  <dc:creator/>
  <cp:lastModifiedBy>李广</cp:lastModifiedBy>
  <cp:revision>6</cp:revision>
  <dcterms:created xsi:type="dcterms:W3CDTF">2025-01-02T04:02:00Z</dcterms:created>
  <dcterms:modified xsi:type="dcterms:W3CDTF">2025-01-02T04:18:53Z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  <property fmtid="{D5CDD505-2E9C-101B-9397-08002B2CF9AE}" pid="4" name="ICV">
    <vt:lpwstr>29FF09554B5D4660A6316BF32CBD3642_12</vt:lpwstr>
  </property>
  <property fmtid="{D5CDD505-2E9C-101B-9397-08002B2CF9AE}" pid="5" name="KSOProductBuildVer">
    <vt:lpwstr>2052-12.1.0.19770</vt:lpwstr>
  </property>
</Properties>
</file>